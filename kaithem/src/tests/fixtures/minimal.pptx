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b"/>
          <a:lstStyle/>
          <a:p>
            <a:r>
              <a:rPr lang="en-US"/>
              <a:t>Hello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/>
              <a:t>Generated test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